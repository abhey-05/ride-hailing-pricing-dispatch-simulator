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Ride-Hailing Surge Pricing &amp; Dispatch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D0E8"/>
                </a:solidFill>
              </a:defRPr>
            </a:pPr>
            <a:r>
              <a:t>A marketplace experimentation platform for pricing and dispatch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A6C8"/>
                </a:solidFill>
              </a:defRPr>
            </a:pPr>
            <a:r>
              <a:t>All results are from synthetic simulation — see docs/ASSUMPTIONS.md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A two-sided marketplace balancing rider experience, driver earnings,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Riders want low price + short wait. Drivers want steady, well-paid work.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When demand &gt; supply, riders wait longer and some cancel; when supply &gt; demand, driver-hours go to waste.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Platforms have three levers to close the gap: surge pricing, driver incentives, dispatch quality.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The first two show up immediately in a P&amp;L. Dispatch is a software investment that's hard to justify without a controlled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4630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A06D"/>
                </a:solidFill>
              </a:defRPr>
            </a:pPr>
            <a:r>
              <a:t>“Can dispatch reduce wait time without raising cost?”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Marketplace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10-zone synthetic city, Poisson demand, time-of-day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10 zones (Downtown, Airport, University, Residential x2, Suburban x2, Transit Hub, Nightlife, Business Park), each with a distinct demand curve and directional flow pattern.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Ride requests: Poisson arrivals per zone per minute, rate driven by time-of-day and scenario.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Riders: 3 segments (price-sensitive / normal / time-sensitive), logistic accept/cancel functions.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Drivers: shift-based online/offline, logistic accept function driven by pay, pickup distance, and current utilization.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Simulation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Time-stepped, 1-minute ticks, 24 simulated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12-step fixed sequence per tick: demand -&gt; driver states -&gt; marketplace state -&gt; surge -&gt; pricing -&gt; rider accept/reject -&gt; dispatch -&gt; driver accept/reject -&gt; trip advance -&gt; cancellations -&gt; metrics.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Common Random Numbers: the same simulated riders/drivers/timing replay identically across every policy at a given seed -- turns policy comparison into a precise paired experiment.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Reproducible: numpy.random.SeedSequence-derived streams (never Python's hash()), verified via bit-identical repeat-run tests.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~0.3s per 24-hour simulation -- the full 1,080-run experiment matrix completes in under 6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Pricing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4 policies, capped, tested against a no-surge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NO_SURGE — control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BASIC_SURGE — proportional to imbalance, capped 1.0-2.0x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AGGRESSIVE_SURGE — higher gain, capped 1.0-3.0x, updates every minute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CAPPED_SMOOTHED_SURGE — same signal, exponentially smoothed, capped 1.0-2.5x</a:t>
            </a:r>
          </a:p>
        </p:txBody>
      </p:sp>
      <p:pic>
        <p:nvPicPr>
          <p:cNvPr id="6" name="Picture 5" descr="03_pricing_v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Dispatch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5 heuristics — explicitly not a global optimum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NEAREST_DRIVER — minimize pickup distance among idle drivers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ETA_OPTIMIZED — minimize predicted pickup time, incl. drivers about to free up nearby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DRIVER_EARNINGS_AWARE — among nearest candidates, maximize predicted driver-acceptance probability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MARKETPLACE_AWARE — penalize pulling a driver out of an undersupplied zone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ADVANCED_HEURISTIC — weighted combination of all of the above + cancellation-risk urgency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Why not the exact optimal assignment? O((R+D)^3) per tick via the Hungarian algorithm doesn't scale, and the state is stale again a minute later anyway — a deliberate optimality-vs-speed trade-off.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1,080 runs, statistically powered, not just 'ran it a lot'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Core: 4 pricing x 5 dispatch x 24 common-random-number seeds = 480 runs (NORMAL scenario) — prioritizes statistical power on the primary comparison.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Robustness: same 20 combos x 6 seeds x 5 stress scenarios (peak, shortage, shock, low-demand, congested-peak) = 600 runs.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Sensitivity: 6 parameters x +/-30% x 8 seeds = 224 further runs.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Primary metric: P90 rider wait. Guardrails: cancellation rate, driver earnings/hour, driver acceptance rate, price index.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Statistics: bootstrap 95% CI, paired Wilcoxon test, matched-pairs Cohen's d, pre-registered &gt;=5% practical-significance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ETA_OPTIMIZED wins on every metric, every pricing policy</a:t>
            </a:r>
          </a:p>
        </p:txBody>
      </p:sp>
      <p:pic>
        <p:nvPicPr>
          <p:cNvPr id="5" name="Picture 4" descr="10_confidence_inter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4008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P90 wait: -8.9% (BASIC_SURGE), -7.8% to -11.3% across all 4 pricing policies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Driver earnings/online-hour: +1.9%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Cancellation rate: -4.7% (relative)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Platform revenue: +2.7%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All p &lt; 0.001, n=24 paired seeds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Sign survives all 12 sensitivity perturbations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A06D"/>
                </a:solidFill>
              </a:defRPr>
            </a:pPr>
            <a:r>
              <a:t>Dispatch is the only lever tested that improved rider experience,</a:t>
            </a:r>
          </a:p>
          <a:p>
            <a:pPr algn="l">
              <a:defRPr sz="2400" b="1">
                <a:solidFill>
                  <a:srgbClr val="2EA06D"/>
                </a:solidFill>
              </a:defRPr>
            </a:pPr>
            <a:r>
              <a:t>driver earnings, AND platform revenue simultaneously —</a:t>
            </a:r>
          </a:p>
          <a:p>
            <a:pPr algn="l">
              <a:defRPr sz="2400" b="1">
                <a:solidFill>
                  <a:srgbClr val="2EA06D"/>
                </a:solidFill>
              </a:defRPr>
            </a:pPr>
            <a:r>
              <a:t>at zero incremental marginal cost per ride.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0E8"/>
                </a:solidFill>
              </a:defRPr>
            </a:pPr>
            <a:r>
              <a:t>A more “sophisticated” hand-tuned heuristic combining more objectives actually performed</a:t>
            </a:r>
          </a:p>
          <a:p>
            <a:pPr algn="l">
              <a:defRPr sz="1600" b="0">
                <a:solidFill>
                  <a:srgbClr val="C8D0E8"/>
                </a:solidFill>
              </a:defRPr>
            </a:pPr>
            <a:r>
              <a:t>WORSE than the naive baseline — a real, reported negative finding, not hidden.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Product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Decision matrix: surge vs. incentives vs.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LAUNCH: ETA_OPTIMIZED-style dispatch, in shadow mode first, then phased 1% -&gt; 5% -&gt; 25% -&gt; 100%.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DO NOT LAUNCH: ADVANCED_HEURISTIC — underperformed baseline in every configuration tested.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TEST NEXT: sensitivity analysis (done) + a real production shadow-mode test of the core mechanism.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Real-world data that would sharpen this: actual rider price-sensitivity/cancellation curves, driver pickup-acceptance logs, and driver-supply-vs-incentive elasticity estimates.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Technical Architecture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Engine -&gt; results warehouse -&gt; dashboard / API / AI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Engine (Python) -&gt; file-based results warehouse (Parquet/CSV) -&gt; statistical analysis layer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Streamlit + Plotly dashboard for live simulation and experiment browsing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FastAPI service exposing simulation + results (with full Postgres schema specified for production scale)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AI Marketplace Analyst: Claude tool-calling over 5 deterministic functions — the LLM never computes a metric itself, only explains numbers a real function call returned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0E8"/>
                </a:solidFill>
              </a:defRPr>
            </a:pPr>
            <a:r>
              <a:t>What's next, prioritized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1. Driver supply-response-to-incentive model (biggest remaining gap)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2. 24-seed robustness scenarios (currently 6)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3. Combined (not one-at-a-time) worst-case sensitivity perturbations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4. Live end-to-end test of the AI copilot against a real API key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5. Per-zone fairness/equity guardrails (e.g. driver-earnings Gini coefficient)</a:t>
            </a:r>
          </a:p>
          <a:p>
            <a:pPr>
              <a:spcAft>
                <a:spcPts val="1000"/>
              </a:spcAft>
              <a:defRPr sz="1600">
                <a:solidFill>
                  <a:srgbClr val="1A223D"/>
                </a:solidFill>
              </a:defRPr>
            </a:pPr>
            <a:r>
              <a:t>•  6. A real production shadow-mode A/B test of the dispatch mechanism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